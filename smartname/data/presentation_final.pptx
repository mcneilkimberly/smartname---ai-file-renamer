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Raleway" pitchFamily="2" charset="0"/>
      <p:regular r:id="rId13"/>
      <p:bold r:id="rId14"/>
      <p:italic r:id="rId15"/>
      <p:boldItalic r:id="rId16"/>
    </p:embeddedFont>
    <p:embeddedFont>
      <p:font typeface="Raleway ExtraBold" pitchFamily="2" charset="0"/>
      <p:bold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567611-9852-39D1-8397-68AA99AB7A55}" v="2" dt="2025-10-29T16:01:18.0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berly McNeil" userId="S::kmcneil@muhlenberg.edu::9e18f792-3704-44b6-9aff-4d5d8d46581d" providerId="AD" clId="Web-{55567611-9852-39D1-8397-68AA99AB7A55}"/>
    <pc:docChg chg="modSld">
      <pc:chgData name="Kimberly McNeil" userId="S::kmcneil@muhlenberg.edu::9e18f792-3704-44b6-9aff-4d5d8d46581d" providerId="AD" clId="Web-{55567611-9852-39D1-8397-68AA99AB7A55}" dt="2025-10-29T16:01:18.068" v="1" actId="20577"/>
      <pc:docMkLst>
        <pc:docMk/>
      </pc:docMkLst>
      <pc:sldChg chg="modSp">
        <pc:chgData name="Kimberly McNeil" userId="S::kmcneil@muhlenberg.edu::9e18f792-3704-44b6-9aff-4d5d8d46581d" providerId="AD" clId="Web-{55567611-9852-39D1-8397-68AA99AB7A55}" dt="2025-10-29T16:01:18.068" v="1" actId="20577"/>
        <pc:sldMkLst>
          <pc:docMk/>
          <pc:sldMk cId="0" sldId="261"/>
        </pc:sldMkLst>
        <pc:spChg chg="mod">
          <ac:chgData name="Kimberly McNeil" userId="S::kmcneil@muhlenberg.edu::9e18f792-3704-44b6-9aff-4d5d8d46581d" providerId="AD" clId="Web-{55567611-9852-39D1-8397-68AA99AB7A55}" dt="2025-10-29T16:01:10.787" v="0" actId="20577"/>
          <ac:spMkLst>
            <pc:docMk/>
            <pc:sldMk cId="0" sldId="261"/>
            <ac:spMk id="392" creationId="{00000000-0000-0000-0000-000000000000}"/>
          </ac:spMkLst>
        </pc:spChg>
        <pc:spChg chg="mod">
          <ac:chgData name="Kimberly McNeil" userId="S::kmcneil@muhlenberg.edu::9e18f792-3704-44b6-9aff-4d5d8d46581d" providerId="AD" clId="Web-{55567611-9852-39D1-8397-68AA99AB7A55}" dt="2025-10-29T16:01:18.068" v="1" actId="20577"/>
          <ac:spMkLst>
            <pc:docMk/>
            <pc:sldMk cId="0" sldId="261"/>
            <ac:spMk id="39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9dfacc5ae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9dfacc5ae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826893d190_0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826893d190_0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9db752b91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9db752b91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Horizontal states all have 50% chance of measuring 0 or 1, but have different relative states.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Helps encode input data.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9db752b915_0_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9db752b915_0_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9db752b915_0_5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9db752b915_0_5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9db752b915_0_5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9db752b915_0_5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9db752b915_0_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9db752b915_0_5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9db752b915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9db752b915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664a8a51de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664a8a51de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23738" y="1304101"/>
            <a:ext cx="699875" cy="69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" name="Google Shape;1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1563" y="142500"/>
            <a:ext cx="1079403" cy="108139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1" name="Google Shape;11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9350" y="3633551"/>
            <a:ext cx="405150" cy="4051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12;p2"/>
          <p:cNvSpPr/>
          <p:nvPr/>
        </p:nvSpPr>
        <p:spPr>
          <a:xfrm>
            <a:off x="622200" y="464100"/>
            <a:ext cx="7899600" cy="4215300"/>
          </a:xfrm>
          <a:prstGeom prst="roundRect">
            <a:avLst>
              <a:gd name="adj" fmla="val 3544"/>
            </a:avLst>
          </a:prstGeom>
          <a:solidFill>
            <a:srgbClr val="FFFFFF">
              <a:alpha val="1964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050575" y="2544950"/>
            <a:ext cx="7380300" cy="9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 b="1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050575" y="3647175"/>
            <a:ext cx="4159500" cy="44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83075" y="29945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3918425" y="2636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8966000" y="27214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1018700" y="48558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420300" y="39937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" name="Google Shape;20;p2"/>
          <p:cNvGrpSpPr/>
          <p:nvPr/>
        </p:nvGrpSpPr>
        <p:grpSpPr>
          <a:xfrm>
            <a:off x="237025" y="4613300"/>
            <a:ext cx="137100" cy="137100"/>
            <a:chOff x="237975" y="2448650"/>
            <a:chExt cx="137100" cy="137100"/>
          </a:xfrm>
        </p:grpSpPr>
        <p:sp>
          <p:nvSpPr>
            <p:cNvPr id="21" name="Google Shape;21;p2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3;p2"/>
          <p:cNvGrpSpPr/>
          <p:nvPr/>
        </p:nvGrpSpPr>
        <p:grpSpPr>
          <a:xfrm>
            <a:off x="8686675" y="3633550"/>
            <a:ext cx="137100" cy="137100"/>
            <a:chOff x="237975" y="2448650"/>
            <a:chExt cx="137100" cy="137100"/>
          </a:xfrm>
        </p:grpSpPr>
        <p:sp>
          <p:nvSpPr>
            <p:cNvPr id="24" name="Google Shape;24;p2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2791" y="3430674"/>
            <a:ext cx="919210" cy="9209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" name="Google Shape;28;p3"/>
          <p:cNvSpPr/>
          <p:nvPr/>
        </p:nvSpPr>
        <p:spPr>
          <a:xfrm>
            <a:off x="934625" y="1127625"/>
            <a:ext cx="7274700" cy="3046200"/>
          </a:xfrm>
          <a:prstGeom prst="roundRect">
            <a:avLst>
              <a:gd name="adj" fmla="val 5387"/>
            </a:avLst>
          </a:prstGeom>
          <a:solidFill>
            <a:srgbClr val="FFFFFF">
              <a:alpha val="1964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3134613" y="1656075"/>
            <a:ext cx="4393200" cy="148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 idx="2" hasCustomPrompt="1"/>
          </p:nvPr>
        </p:nvSpPr>
        <p:spPr>
          <a:xfrm>
            <a:off x="1590899" y="1976800"/>
            <a:ext cx="10920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"/>
          </p:nvPr>
        </p:nvSpPr>
        <p:spPr>
          <a:xfrm>
            <a:off x="3307744" y="3189688"/>
            <a:ext cx="43932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8824100" y="478737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4679325" y="90657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7169025" y="37387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1811500" y="32887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" name="Google Shape;36;p3"/>
          <p:cNvGrpSpPr/>
          <p:nvPr/>
        </p:nvGrpSpPr>
        <p:grpSpPr>
          <a:xfrm>
            <a:off x="2124425" y="539500"/>
            <a:ext cx="137100" cy="137100"/>
            <a:chOff x="237975" y="2448650"/>
            <a:chExt cx="137100" cy="137100"/>
          </a:xfrm>
        </p:grpSpPr>
        <p:sp>
          <p:nvSpPr>
            <p:cNvPr id="37" name="Google Shape;37;p3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3"/>
          <p:cNvGrpSpPr/>
          <p:nvPr/>
        </p:nvGrpSpPr>
        <p:grpSpPr>
          <a:xfrm>
            <a:off x="8732000" y="3614175"/>
            <a:ext cx="137100" cy="137100"/>
            <a:chOff x="237975" y="2448650"/>
            <a:chExt cx="137100" cy="137100"/>
          </a:xfrm>
        </p:grpSpPr>
        <p:sp>
          <p:nvSpPr>
            <p:cNvPr id="40" name="Google Shape;40;p3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Google Shape;42;p3"/>
          <p:cNvSpPr/>
          <p:nvPr/>
        </p:nvSpPr>
        <p:spPr>
          <a:xfrm>
            <a:off x="575725" y="26282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2310900" y="43859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4158575" y="487815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6284450" y="45815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3"/>
          <p:cNvGrpSpPr/>
          <p:nvPr/>
        </p:nvGrpSpPr>
        <p:grpSpPr>
          <a:xfrm>
            <a:off x="2481125" y="4650275"/>
            <a:ext cx="137100" cy="137100"/>
            <a:chOff x="237975" y="2448650"/>
            <a:chExt cx="137100" cy="137100"/>
          </a:xfrm>
        </p:grpSpPr>
        <p:sp>
          <p:nvSpPr>
            <p:cNvPr id="47" name="Google Shape;47;p3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p3"/>
          <p:cNvSpPr/>
          <p:nvPr/>
        </p:nvSpPr>
        <p:spPr>
          <a:xfrm>
            <a:off x="8460275" y="309427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/>
          <p:nvPr/>
        </p:nvSpPr>
        <p:spPr>
          <a:xfrm>
            <a:off x="622200" y="1191825"/>
            <a:ext cx="7899600" cy="3487500"/>
          </a:xfrm>
          <a:prstGeom prst="roundRect">
            <a:avLst>
              <a:gd name="adj" fmla="val 3544"/>
            </a:avLst>
          </a:prstGeom>
          <a:solidFill>
            <a:srgbClr val="FFFFFF">
              <a:alpha val="1964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" name="Google Shape;52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74275" y="4187450"/>
            <a:ext cx="1364750" cy="13647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713250" y="1271025"/>
            <a:ext cx="7717500" cy="3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●"/>
              <a:defRPr sz="1100"/>
            </a:lvl1pPr>
            <a:lvl2pPr marL="914400" lvl="1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○"/>
              <a:defRPr sz="1100"/>
            </a:lvl2pPr>
            <a:lvl3pPr marL="1371600" lvl="2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■"/>
              <a:defRPr sz="1100"/>
            </a:lvl3pPr>
            <a:lvl4pPr marL="1828800" lvl="3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●"/>
              <a:defRPr sz="1100"/>
            </a:lvl4pPr>
            <a:lvl5pPr marL="2286000" lvl="4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○"/>
              <a:defRPr sz="1100"/>
            </a:lvl5pPr>
            <a:lvl6pPr marL="2743200" lvl="5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■"/>
              <a:defRPr sz="1100"/>
            </a:lvl6pPr>
            <a:lvl7pPr marL="3200400" lvl="6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●"/>
              <a:defRPr sz="1100"/>
            </a:lvl7pPr>
            <a:lvl8pPr marL="3657600" lvl="7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○"/>
              <a:defRPr sz="1100"/>
            </a:lvl8pPr>
            <a:lvl9pPr marL="4114800" lvl="8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■"/>
              <a:defRPr sz="1100"/>
            </a:lvl9pPr>
          </a:lstStyle>
          <a:p>
            <a:endParaRPr/>
          </a:p>
        </p:txBody>
      </p:sp>
      <p:grpSp>
        <p:nvGrpSpPr>
          <p:cNvPr id="55" name="Google Shape;55;p4"/>
          <p:cNvGrpSpPr/>
          <p:nvPr/>
        </p:nvGrpSpPr>
        <p:grpSpPr>
          <a:xfrm>
            <a:off x="295675" y="3350275"/>
            <a:ext cx="137100" cy="137100"/>
            <a:chOff x="237975" y="2448650"/>
            <a:chExt cx="137100" cy="137100"/>
          </a:xfrm>
        </p:grpSpPr>
        <p:sp>
          <p:nvSpPr>
            <p:cNvPr id="56" name="Google Shape;56;p4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" name="Google Shape;58;p4"/>
          <p:cNvSpPr/>
          <p:nvPr/>
        </p:nvSpPr>
        <p:spPr>
          <a:xfrm>
            <a:off x="191550" y="355407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424175" y="5794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8719825" y="488615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8674825" y="624413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" name="Google Shape;62;p4"/>
          <p:cNvGrpSpPr/>
          <p:nvPr/>
        </p:nvGrpSpPr>
        <p:grpSpPr>
          <a:xfrm>
            <a:off x="8791700" y="409588"/>
            <a:ext cx="137100" cy="137100"/>
            <a:chOff x="237975" y="2448650"/>
            <a:chExt cx="137100" cy="137100"/>
          </a:xfrm>
        </p:grpSpPr>
        <p:sp>
          <p:nvSpPr>
            <p:cNvPr id="63" name="Google Shape;63;p4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87750" y="4178901"/>
            <a:ext cx="1429125" cy="14291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7" name="Google Shape;67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subTitle" idx="1"/>
          </p:nvPr>
        </p:nvSpPr>
        <p:spPr>
          <a:xfrm>
            <a:off x="4953962" y="2746100"/>
            <a:ext cx="3282900" cy="15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1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subTitle" idx="2"/>
          </p:nvPr>
        </p:nvSpPr>
        <p:spPr>
          <a:xfrm>
            <a:off x="907137" y="2746100"/>
            <a:ext cx="3282900" cy="15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1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ubTitle" idx="3"/>
          </p:nvPr>
        </p:nvSpPr>
        <p:spPr>
          <a:xfrm>
            <a:off x="4953963" y="2438075"/>
            <a:ext cx="32829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anit Medium"/>
                <a:ea typeface="Kanit Medium"/>
                <a:cs typeface="Kanit Medium"/>
                <a:sym typeface="Kani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subTitle" idx="4"/>
          </p:nvPr>
        </p:nvSpPr>
        <p:spPr>
          <a:xfrm>
            <a:off x="907137" y="2438075"/>
            <a:ext cx="32829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Kanit Medium"/>
                <a:ea typeface="Kanit Medium"/>
                <a:cs typeface="Kanit Medium"/>
                <a:sym typeface="Kani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8916825" y="455097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185000" y="406587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185000" y="17353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8705050" y="2399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8796100" y="237715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359075" y="36307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7924175" y="5170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" name="Google Shape;79;p5"/>
          <p:cNvGrpSpPr/>
          <p:nvPr/>
        </p:nvGrpSpPr>
        <p:grpSpPr>
          <a:xfrm>
            <a:off x="185000" y="3164450"/>
            <a:ext cx="137100" cy="137100"/>
            <a:chOff x="237975" y="2448650"/>
            <a:chExt cx="137100" cy="137100"/>
          </a:xfrm>
        </p:grpSpPr>
        <p:sp>
          <p:nvSpPr>
            <p:cNvPr id="80" name="Google Shape;80;p5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" name="Google Shape;82;p5"/>
          <p:cNvGrpSpPr/>
          <p:nvPr/>
        </p:nvGrpSpPr>
        <p:grpSpPr>
          <a:xfrm>
            <a:off x="8659000" y="4712500"/>
            <a:ext cx="137100" cy="137100"/>
            <a:chOff x="237975" y="2448650"/>
            <a:chExt cx="137100" cy="137100"/>
          </a:xfrm>
        </p:grpSpPr>
        <p:sp>
          <p:nvSpPr>
            <p:cNvPr id="83" name="Google Shape;83;p5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85;p5"/>
          <p:cNvSpPr/>
          <p:nvPr/>
        </p:nvSpPr>
        <p:spPr>
          <a:xfrm>
            <a:off x="616550" y="1184675"/>
            <a:ext cx="3870000" cy="3494700"/>
          </a:xfrm>
          <a:prstGeom prst="roundRect">
            <a:avLst>
              <a:gd name="adj" fmla="val 3544"/>
            </a:avLst>
          </a:prstGeom>
          <a:solidFill>
            <a:srgbClr val="FFFFFF">
              <a:alpha val="1964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663375" y="1184675"/>
            <a:ext cx="3870000" cy="3494700"/>
          </a:xfrm>
          <a:prstGeom prst="roundRect">
            <a:avLst>
              <a:gd name="adj" fmla="val 3544"/>
            </a:avLst>
          </a:prstGeom>
          <a:solidFill>
            <a:srgbClr val="FFFFFF">
              <a:alpha val="1964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04900" y="1283651"/>
            <a:ext cx="405150" cy="4051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9" name="Google Shape;8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226000" y="91805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" name="Google Shape;91;p6"/>
          <p:cNvGrpSpPr/>
          <p:nvPr/>
        </p:nvGrpSpPr>
        <p:grpSpPr>
          <a:xfrm>
            <a:off x="372575" y="1320925"/>
            <a:ext cx="137100" cy="137100"/>
            <a:chOff x="237975" y="2448650"/>
            <a:chExt cx="137100" cy="137100"/>
          </a:xfrm>
        </p:grpSpPr>
        <p:sp>
          <p:nvSpPr>
            <p:cNvPr id="92" name="Google Shape;92;p6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6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" name="Google Shape;94;p6"/>
          <p:cNvSpPr/>
          <p:nvPr/>
        </p:nvSpPr>
        <p:spPr>
          <a:xfrm>
            <a:off x="1567150" y="3778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8777225" y="331905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6"/>
          <p:cNvGrpSpPr/>
          <p:nvPr/>
        </p:nvGrpSpPr>
        <p:grpSpPr>
          <a:xfrm>
            <a:off x="8640125" y="2900000"/>
            <a:ext cx="137100" cy="137100"/>
            <a:chOff x="237975" y="2448650"/>
            <a:chExt cx="137100" cy="137100"/>
          </a:xfrm>
        </p:grpSpPr>
        <p:sp>
          <p:nvSpPr>
            <p:cNvPr id="97" name="Google Shape;97;p6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" name="Google Shape;99;p6"/>
          <p:cNvSpPr/>
          <p:nvPr/>
        </p:nvSpPr>
        <p:spPr>
          <a:xfrm>
            <a:off x="226000" y="397505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8002425" y="491937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" name="Google Shape;10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63" y="4063300"/>
            <a:ext cx="1079403" cy="108139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2" name="Google Shape;102;p6"/>
          <p:cNvSpPr/>
          <p:nvPr/>
        </p:nvSpPr>
        <p:spPr>
          <a:xfrm>
            <a:off x="7044500" y="-1543700"/>
            <a:ext cx="1921500" cy="1921500"/>
          </a:xfrm>
          <a:prstGeom prst="ellipse">
            <a:avLst/>
          </a:prstGeom>
          <a:gradFill>
            <a:gsLst>
              <a:gs pos="0">
                <a:schemeClr val="accent3"/>
              </a:gs>
              <a:gs pos="50000">
                <a:schemeClr val="accent4"/>
              </a:gs>
              <a:gs pos="100000">
                <a:schemeClr val="accent5"/>
              </a:gs>
            </a:gsLst>
            <a:lin ang="2700006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622200" y="1191825"/>
            <a:ext cx="7899600" cy="3487500"/>
          </a:xfrm>
          <a:prstGeom prst="roundRect">
            <a:avLst>
              <a:gd name="adj" fmla="val 3544"/>
            </a:avLst>
          </a:prstGeom>
          <a:solidFill>
            <a:srgbClr val="FFFFFF">
              <a:alpha val="1964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0552" y="4211175"/>
            <a:ext cx="787958" cy="7856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6" name="Google Shape;106;p7"/>
          <p:cNvSpPr/>
          <p:nvPr/>
        </p:nvSpPr>
        <p:spPr>
          <a:xfrm>
            <a:off x="616550" y="1127625"/>
            <a:ext cx="4227300" cy="3551700"/>
          </a:xfrm>
          <a:prstGeom prst="roundRect">
            <a:avLst>
              <a:gd name="adj" fmla="val 3544"/>
            </a:avLst>
          </a:prstGeom>
          <a:solidFill>
            <a:srgbClr val="FFFFFF">
              <a:alpha val="1964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7"/>
          <p:cNvSpPr txBox="1">
            <a:spLocks noGrp="1"/>
          </p:cNvSpPr>
          <p:nvPr>
            <p:ph type="subTitle" idx="1"/>
          </p:nvPr>
        </p:nvSpPr>
        <p:spPr>
          <a:xfrm>
            <a:off x="723600" y="1275950"/>
            <a:ext cx="3907500" cy="30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08" name="Google Shape;108;p7"/>
          <p:cNvSpPr>
            <a:spLocks noGrp="1"/>
          </p:cNvSpPr>
          <p:nvPr>
            <p:ph type="pic" idx="2"/>
          </p:nvPr>
        </p:nvSpPr>
        <p:spPr>
          <a:xfrm>
            <a:off x="5072275" y="1127625"/>
            <a:ext cx="3358500" cy="3551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7"/>
          <p:cNvSpPr/>
          <p:nvPr/>
        </p:nvSpPr>
        <p:spPr>
          <a:xfrm>
            <a:off x="7004975" y="26575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" name="Google Shape;110;p7"/>
          <p:cNvGrpSpPr/>
          <p:nvPr/>
        </p:nvGrpSpPr>
        <p:grpSpPr>
          <a:xfrm>
            <a:off x="8723225" y="4074075"/>
            <a:ext cx="137100" cy="137100"/>
            <a:chOff x="237975" y="2448650"/>
            <a:chExt cx="137100" cy="137100"/>
          </a:xfrm>
        </p:grpSpPr>
        <p:sp>
          <p:nvSpPr>
            <p:cNvPr id="111" name="Google Shape;111;p7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7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" name="Google Shape;113;p7"/>
          <p:cNvSpPr/>
          <p:nvPr/>
        </p:nvSpPr>
        <p:spPr>
          <a:xfrm>
            <a:off x="434700" y="142855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4" name="Google Shape;114;p7"/>
          <p:cNvGrpSpPr/>
          <p:nvPr/>
        </p:nvGrpSpPr>
        <p:grpSpPr>
          <a:xfrm>
            <a:off x="145325" y="4074075"/>
            <a:ext cx="137100" cy="137100"/>
            <a:chOff x="237975" y="2448650"/>
            <a:chExt cx="137100" cy="137100"/>
          </a:xfrm>
        </p:grpSpPr>
        <p:sp>
          <p:nvSpPr>
            <p:cNvPr id="115" name="Google Shape;115;p7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7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" name="Google Shape;117;p7"/>
          <p:cNvSpPr/>
          <p:nvPr/>
        </p:nvSpPr>
        <p:spPr>
          <a:xfrm>
            <a:off x="8871950" y="21562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1381425" y="488135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848475" y="2402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" name="Google Shape;120;p7"/>
          <p:cNvGrpSpPr/>
          <p:nvPr/>
        </p:nvGrpSpPr>
        <p:grpSpPr>
          <a:xfrm>
            <a:off x="251025" y="1056425"/>
            <a:ext cx="137100" cy="137100"/>
            <a:chOff x="237975" y="2448650"/>
            <a:chExt cx="137100" cy="137100"/>
          </a:xfrm>
        </p:grpSpPr>
        <p:sp>
          <p:nvSpPr>
            <p:cNvPr id="121" name="Google Shape;121;p7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3" name="Google Shape;123;p7"/>
          <p:cNvSpPr/>
          <p:nvPr/>
        </p:nvSpPr>
        <p:spPr>
          <a:xfrm>
            <a:off x="237425" y="28829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5480775" y="4450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5951625" y="488135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6" name="Google Shape;12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498" y="265750"/>
            <a:ext cx="338525" cy="3391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7" name="Google Shape;127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47275" y="4176663"/>
            <a:ext cx="854676" cy="85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0"/>
          <p:cNvSpPr/>
          <p:nvPr/>
        </p:nvSpPr>
        <p:spPr>
          <a:xfrm>
            <a:off x="0" y="3923625"/>
            <a:ext cx="9144000" cy="12198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7818ED">
                  <a:alpha val="30980"/>
                  <a:alpha val="19640"/>
                </a:srgbClr>
              </a:gs>
              <a:gs pos="50000">
                <a:srgbClr val="F84B76">
                  <a:alpha val="39215"/>
                  <a:alpha val="19640"/>
                </a:srgbClr>
              </a:gs>
              <a:gs pos="100000">
                <a:srgbClr val="FFFFFF">
                  <a:alpha val="0"/>
                  <a:alpha val="19640"/>
                </a:srgbClr>
              </a:gs>
            </a:gsLst>
            <a:lin ang="16200038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1709925" y="3428250"/>
            <a:ext cx="5724300" cy="108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7794925" y="5395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" name="Google Shape;138;p10"/>
          <p:cNvGrpSpPr/>
          <p:nvPr/>
        </p:nvGrpSpPr>
        <p:grpSpPr>
          <a:xfrm>
            <a:off x="7899400" y="195325"/>
            <a:ext cx="137100" cy="137100"/>
            <a:chOff x="237975" y="2448650"/>
            <a:chExt cx="137100" cy="137100"/>
          </a:xfrm>
        </p:grpSpPr>
        <p:sp>
          <p:nvSpPr>
            <p:cNvPr id="139" name="Google Shape;139;p10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0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1" name="Google Shape;141;p10"/>
          <p:cNvSpPr/>
          <p:nvPr/>
        </p:nvSpPr>
        <p:spPr>
          <a:xfrm>
            <a:off x="8680850" y="40233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"/>
          <p:cNvSpPr/>
          <p:nvPr/>
        </p:nvSpPr>
        <p:spPr>
          <a:xfrm>
            <a:off x="1304075" y="28554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0"/>
          <p:cNvSpPr/>
          <p:nvPr/>
        </p:nvSpPr>
        <p:spPr>
          <a:xfrm>
            <a:off x="223075" y="26505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0"/>
          <p:cNvSpPr/>
          <p:nvPr/>
        </p:nvSpPr>
        <p:spPr>
          <a:xfrm>
            <a:off x="382400" y="4945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"/>
          <p:cNvSpPr/>
          <p:nvPr/>
        </p:nvSpPr>
        <p:spPr>
          <a:xfrm>
            <a:off x="5351325" y="24137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382400" y="417667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7" name="Google Shape;147;p10"/>
          <p:cNvGrpSpPr/>
          <p:nvPr/>
        </p:nvGrpSpPr>
        <p:grpSpPr>
          <a:xfrm>
            <a:off x="8575000" y="3713575"/>
            <a:ext cx="137100" cy="137100"/>
            <a:chOff x="237975" y="2448650"/>
            <a:chExt cx="137100" cy="137100"/>
          </a:xfrm>
        </p:grpSpPr>
        <p:sp>
          <p:nvSpPr>
            <p:cNvPr id="148" name="Google Shape;148;p10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0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288250"/>
            <a:ext cx="6576000" cy="19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52" name="Google Shape;152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_1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"/>
          <p:cNvSpPr/>
          <p:nvPr/>
        </p:nvSpPr>
        <p:spPr>
          <a:xfrm>
            <a:off x="616525" y="1279713"/>
            <a:ext cx="2522400" cy="3330600"/>
          </a:xfrm>
          <a:prstGeom prst="roundRect">
            <a:avLst>
              <a:gd name="adj" fmla="val 3544"/>
            </a:avLst>
          </a:prstGeom>
          <a:solidFill>
            <a:srgbClr val="FFFFFF">
              <a:alpha val="1964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3"/>
          <p:cNvSpPr/>
          <p:nvPr/>
        </p:nvSpPr>
        <p:spPr>
          <a:xfrm>
            <a:off x="3310800" y="1279713"/>
            <a:ext cx="2522400" cy="3330600"/>
          </a:xfrm>
          <a:prstGeom prst="roundRect">
            <a:avLst>
              <a:gd name="adj" fmla="val 3544"/>
            </a:avLst>
          </a:prstGeom>
          <a:solidFill>
            <a:srgbClr val="FFFFFF">
              <a:alpha val="1964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3"/>
          <p:cNvSpPr/>
          <p:nvPr/>
        </p:nvSpPr>
        <p:spPr>
          <a:xfrm>
            <a:off x="6005075" y="1279713"/>
            <a:ext cx="2522400" cy="3330600"/>
          </a:xfrm>
          <a:prstGeom prst="roundRect">
            <a:avLst>
              <a:gd name="adj" fmla="val 3544"/>
            </a:avLst>
          </a:prstGeom>
          <a:solidFill>
            <a:srgbClr val="FFFFFF">
              <a:alpha val="1964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3"/>
          <p:cNvSpPr/>
          <p:nvPr/>
        </p:nvSpPr>
        <p:spPr>
          <a:xfrm>
            <a:off x="7928250" y="623125"/>
            <a:ext cx="1615500" cy="1615500"/>
          </a:xfrm>
          <a:prstGeom prst="ellipse">
            <a:avLst/>
          </a:prstGeom>
          <a:gradFill>
            <a:gsLst>
              <a:gs pos="0">
                <a:schemeClr val="accent5"/>
              </a:gs>
              <a:gs pos="28000">
                <a:schemeClr val="accent5"/>
              </a:gs>
              <a:gs pos="100000">
                <a:schemeClr val="accent6"/>
              </a:gs>
            </a:gsLst>
            <a:lin ang="2700006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3"/>
          <p:cNvSpPr/>
          <p:nvPr/>
        </p:nvSpPr>
        <p:spPr>
          <a:xfrm>
            <a:off x="-180475" y="1072825"/>
            <a:ext cx="1246200" cy="1246200"/>
          </a:xfrm>
          <a:prstGeom prst="ellipse">
            <a:avLst/>
          </a:prstGeom>
          <a:gradFill>
            <a:gsLst>
              <a:gs pos="0">
                <a:schemeClr val="accent1"/>
              </a:gs>
              <a:gs pos="18000">
                <a:schemeClr val="accent1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3"/>
          <p:cNvSpPr/>
          <p:nvPr/>
        </p:nvSpPr>
        <p:spPr>
          <a:xfrm>
            <a:off x="5570325" y="-1300100"/>
            <a:ext cx="1839600" cy="1839600"/>
          </a:xfrm>
          <a:prstGeom prst="ellipse">
            <a:avLst/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3"/>
          <p:cNvSpPr txBox="1">
            <a:spLocks noGrp="1"/>
          </p:cNvSpPr>
          <p:nvPr>
            <p:ph type="title" idx="2"/>
          </p:nvPr>
        </p:nvSpPr>
        <p:spPr>
          <a:xfrm>
            <a:off x="739525" y="2534036"/>
            <a:ext cx="2276400" cy="67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Kanit Medium"/>
                <a:ea typeface="Kanit Medium"/>
                <a:cs typeface="Kanit Medium"/>
                <a:sym typeface="Kanit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subTitle" idx="1"/>
          </p:nvPr>
        </p:nvSpPr>
        <p:spPr>
          <a:xfrm>
            <a:off x="739525" y="3140235"/>
            <a:ext cx="2276400" cy="12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title" idx="3"/>
          </p:nvPr>
        </p:nvSpPr>
        <p:spPr>
          <a:xfrm>
            <a:off x="3433800" y="2534036"/>
            <a:ext cx="2276400" cy="67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Kanit Medium"/>
                <a:ea typeface="Kanit Medium"/>
                <a:cs typeface="Kanit Medium"/>
                <a:sym typeface="Kanit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subTitle" idx="4"/>
          </p:nvPr>
        </p:nvSpPr>
        <p:spPr>
          <a:xfrm>
            <a:off x="3433800" y="3140235"/>
            <a:ext cx="2276400" cy="12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title" idx="5"/>
          </p:nvPr>
        </p:nvSpPr>
        <p:spPr>
          <a:xfrm>
            <a:off x="6128075" y="2534036"/>
            <a:ext cx="2276400" cy="67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Kanit Medium"/>
                <a:ea typeface="Kanit Medium"/>
                <a:cs typeface="Kanit Medium"/>
                <a:sym typeface="Kanit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subTitle" idx="6"/>
          </p:nvPr>
        </p:nvSpPr>
        <p:spPr>
          <a:xfrm>
            <a:off x="6128075" y="3140235"/>
            <a:ext cx="2276400" cy="12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title" idx="7" hasCustomPrompt="1"/>
          </p:nvPr>
        </p:nvSpPr>
        <p:spPr>
          <a:xfrm>
            <a:off x="1493450" y="1721938"/>
            <a:ext cx="7686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3"/>
          <p:cNvSpPr txBox="1">
            <a:spLocks noGrp="1"/>
          </p:cNvSpPr>
          <p:nvPr>
            <p:ph type="title" idx="8" hasCustomPrompt="1"/>
          </p:nvPr>
        </p:nvSpPr>
        <p:spPr>
          <a:xfrm>
            <a:off x="4187583" y="1721938"/>
            <a:ext cx="7686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>
            <a:spLocks noGrp="1"/>
          </p:cNvSpPr>
          <p:nvPr>
            <p:ph type="title" idx="9" hasCustomPrompt="1"/>
          </p:nvPr>
        </p:nvSpPr>
        <p:spPr>
          <a:xfrm>
            <a:off x="6881855" y="1721938"/>
            <a:ext cx="7686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71" name="Google Shape;171;p13"/>
          <p:cNvGrpSpPr/>
          <p:nvPr/>
        </p:nvGrpSpPr>
        <p:grpSpPr>
          <a:xfrm>
            <a:off x="86200" y="319775"/>
            <a:ext cx="8934150" cy="4603525"/>
            <a:chOff x="86200" y="319775"/>
            <a:chExt cx="8934150" cy="4603525"/>
          </a:xfrm>
        </p:grpSpPr>
        <p:sp>
          <p:nvSpPr>
            <p:cNvPr id="172" name="Google Shape;172;p13"/>
            <p:cNvSpPr/>
            <p:nvPr/>
          </p:nvSpPr>
          <p:spPr>
            <a:xfrm>
              <a:off x="420300" y="3993700"/>
              <a:ext cx="45000" cy="45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3" name="Google Shape;173;p13"/>
            <p:cNvGrpSpPr/>
            <p:nvPr/>
          </p:nvGrpSpPr>
          <p:grpSpPr>
            <a:xfrm>
              <a:off x="237025" y="4613300"/>
              <a:ext cx="137100" cy="137100"/>
              <a:chOff x="237975" y="2448650"/>
              <a:chExt cx="137100" cy="137100"/>
            </a:xfrm>
          </p:grpSpPr>
          <p:sp>
            <p:nvSpPr>
              <p:cNvPr id="174" name="Google Shape;174;p13"/>
              <p:cNvSpPr/>
              <p:nvPr/>
            </p:nvSpPr>
            <p:spPr>
              <a:xfrm>
                <a:off x="287400" y="2448650"/>
                <a:ext cx="38100" cy="1371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3"/>
              <p:cNvSpPr/>
              <p:nvPr/>
            </p:nvSpPr>
            <p:spPr>
              <a:xfrm rot="5400000">
                <a:off x="287475" y="2448650"/>
                <a:ext cx="38100" cy="1371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6" name="Google Shape;176;p13"/>
            <p:cNvSpPr/>
            <p:nvPr/>
          </p:nvSpPr>
          <p:spPr>
            <a:xfrm>
              <a:off x="8053500" y="319775"/>
              <a:ext cx="45000" cy="45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7" name="Google Shape;177;p13"/>
            <p:cNvGrpSpPr/>
            <p:nvPr/>
          </p:nvGrpSpPr>
          <p:grpSpPr>
            <a:xfrm>
              <a:off x="8883250" y="2466025"/>
              <a:ext cx="137100" cy="137100"/>
              <a:chOff x="237975" y="2448650"/>
              <a:chExt cx="137100" cy="137100"/>
            </a:xfrm>
          </p:grpSpPr>
          <p:sp>
            <p:nvSpPr>
              <p:cNvPr id="178" name="Google Shape;178;p13"/>
              <p:cNvSpPr/>
              <p:nvPr/>
            </p:nvSpPr>
            <p:spPr>
              <a:xfrm>
                <a:off x="287400" y="2448650"/>
                <a:ext cx="38100" cy="1371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3"/>
              <p:cNvSpPr/>
              <p:nvPr/>
            </p:nvSpPr>
            <p:spPr>
              <a:xfrm rot="5400000">
                <a:off x="287475" y="2448650"/>
                <a:ext cx="38100" cy="1371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0" name="Google Shape;180;p13"/>
            <p:cNvSpPr/>
            <p:nvPr/>
          </p:nvSpPr>
          <p:spPr>
            <a:xfrm>
              <a:off x="8053500" y="4878300"/>
              <a:ext cx="45000" cy="45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8822375" y="3993700"/>
              <a:ext cx="45000" cy="45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283075" y="364775"/>
              <a:ext cx="45000" cy="45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3"/>
            <p:cNvSpPr/>
            <p:nvPr/>
          </p:nvSpPr>
          <p:spPr>
            <a:xfrm>
              <a:off x="465300" y="669913"/>
              <a:ext cx="45000" cy="45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4" name="Google Shape;184;p13"/>
            <p:cNvGrpSpPr/>
            <p:nvPr/>
          </p:nvGrpSpPr>
          <p:grpSpPr>
            <a:xfrm>
              <a:off x="7791150" y="623875"/>
              <a:ext cx="137100" cy="137100"/>
              <a:chOff x="237975" y="2448650"/>
              <a:chExt cx="137100" cy="137100"/>
            </a:xfrm>
          </p:grpSpPr>
          <p:sp>
            <p:nvSpPr>
              <p:cNvPr id="185" name="Google Shape;185;p13"/>
              <p:cNvSpPr/>
              <p:nvPr/>
            </p:nvSpPr>
            <p:spPr>
              <a:xfrm>
                <a:off x="287400" y="2448650"/>
                <a:ext cx="38100" cy="1371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3"/>
              <p:cNvSpPr/>
              <p:nvPr/>
            </p:nvSpPr>
            <p:spPr>
              <a:xfrm rot="5400000">
                <a:off x="287475" y="2448650"/>
                <a:ext cx="38100" cy="1371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7" name="Google Shape;187;p13"/>
            <p:cNvSpPr/>
            <p:nvPr/>
          </p:nvSpPr>
          <p:spPr>
            <a:xfrm>
              <a:off x="86200" y="2549250"/>
              <a:ext cx="45000" cy="45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96113" y="3218678"/>
            <a:ext cx="892229" cy="8938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90" name="Google Shape;19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050" y="854075"/>
            <a:ext cx="621576" cy="6215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91" name="Google Shape;191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4"/>
          <p:cNvSpPr/>
          <p:nvPr/>
        </p:nvSpPr>
        <p:spPr>
          <a:xfrm>
            <a:off x="622200" y="1191825"/>
            <a:ext cx="7899600" cy="3487500"/>
          </a:xfrm>
          <a:prstGeom prst="roundRect">
            <a:avLst>
              <a:gd name="adj" fmla="val 3544"/>
            </a:avLst>
          </a:prstGeom>
          <a:solidFill>
            <a:srgbClr val="FFFFFF">
              <a:alpha val="1964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" name="Google Shape;193;p14"/>
          <p:cNvGrpSpPr/>
          <p:nvPr/>
        </p:nvGrpSpPr>
        <p:grpSpPr>
          <a:xfrm>
            <a:off x="391275" y="4752475"/>
            <a:ext cx="137100" cy="137100"/>
            <a:chOff x="237975" y="2448650"/>
            <a:chExt cx="137100" cy="137100"/>
          </a:xfrm>
        </p:grpSpPr>
        <p:sp>
          <p:nvSpPr>
            <p:cNvPr id="194" name="Google Shape;194;p14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14"/>
          <p:cNvSpPr/>
          <p:nvPr/>
        </p:nvSpPr>
        <p:spPr>
          <a:xfrm>
            <a:off x="229775" y="46503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7" name="Google Shape;197;p14"/>
          <p:cNvGrpSpPr/>
          <p:nvPr/>
        </p:nvGrpSpPr>
        <p:grpSpPr>
          <a:xfrm>
            <a:off x="8670575" y="2116550"/>
            <a:ext cx="137100" cy="137100"/>
            <a:chOff x="237975" y="2448650"/>
            <a:chExt cx="137100" cy="137100"/>
          </a:xfrm>
        </p:grpSpPr>
        <p:sp>
          <p:nvSpPr>
            <p:cNvPr id="198" name="Google Shape;198;p14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0" name="Google Shape;200;p14"/>
          <p:cNvSpPr/>
          <p:nvPr/>
        </p:nvSpPr>
        <p:spPr>
          <a:xfrm>
            <a:off x="8936100" y="252395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4"/>
          <p:cNvSpPr/>
          <p:nvPr/>
        </p:nvSpPr>
        <p:spPr>
          <a:xfrm>
            <a:off x="8625575" y="475247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4"/>
          <p:cNvSpPr/>
          <p:nvPr/>
        </p:nvSpPr>
        <p:spPr>
          <a:xfrm>
            <a:off x="569350" y="89007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4"/>
          <p:cNvSpPr/>
          <p:nvPr/>
        </p:nvSpPr>
        <p:spPr>
          <a:xfrm>
            <a:off x="320775" y="6606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4" name="Google Shape;204;p14"/>
          <p:cNvGrpSpPr/>
          <p:nvPr/>
        </p:nvGrpSpPr>
        <p:grpSpPr>
          <a:xfrm>
            <a:off x="523300" y="407875"/>
            <a:ext cx="137100" cy="137100"/>
            <a:chOff x="237975" y="2448650"/>
            <a:chExt cx="137100" cy="137100"/>
          </a:xfrm>
        </p:grpSpPr>
        <p:sp>
          <p:nvSpPr>
            <p:cNvPr id="205" name="Google Shape;205;p14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4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7" name="Google Shape;207;p14"/>
          <p:cNvSpPr/>
          <p:nvPr/>
        </p:nvSpPr>
        <p:spPr>
          <a:xfrm>
            <a:off x="8011950" y="4945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1527" y="852400"/>
            <a:ext cx="787958" cy="7856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10" name="Google Shape;21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3025" y="3557625"/>
            <a:ext cx="1872301" cy="1872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5"/>
          <p:cNvSpPr/>
          <p:nvPr/>
        </p:nvSpPr>
        <p:spPr>
          <a:xfrm>
            <a:off x="622200" y="1191825"/>
            <a:ext cx="7899600" cy="3487500"/>
          </a:xfrm>
          <a:prstGeom prst="roundRect">
            <a:avLst>
              <a:gd name="adj" fmla="val 3544"/>
            </a:avLst>
          </a:prstGeom>
          <a:solidFill>
            <a:srgbClr val="FFFFFF">
              <a:alpha val="1964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5"/>
          <p:cNvSpPr/>
          <p:nvPr/>
        </p:nvSpPr>
        <p:spPr>
          <a:xfrm>
            <a:off x="325075" y="5395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5"/>
          <p:cNvSpPr/>
          <p:nvPr/>
        </p:nvSpPr>
        <p:spPr>
          <a:xfrm>
            <a:off x="452550" y="470145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" name="Google Shape;215;p15"/>
          <p:cNvGrpSpPr/>
          <p:nvPr/>
        </p:nvGrpSpPr>
        <p:grpSpPr>
          <a:xfrm>
            <a:off x="8430775" y="307925"/>
            <a:ext cx="137100" cy="137100"/>
            <a:chOff x="237975" y="2448650"/>
            <a:chExt cx="137100" cy="137100"/>
          </a:xfrm>
        </p:grpSpPr>
        <p:sp>
          <p:nvSpPr>
            <p:cNvPr id="216" name="Google Shape;216;p15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5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" name="Google Shape;218;p15"/>
          <p:cNvSpPr/>
          <p:nvPr/>
        </p:nvSpPr>
        <p:spPr>
          <a:xfrm>
            <a:off x="8680475" y="5395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5"/>
          <p:cNvSpPr/>
          <p:nvPr/>
        </p:nvSpPr>
        <p:spPr>
          <a:xfrm>
            <a:off x="541375" y="7689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0" name="Google Shape;220;p15"/>
          <p:cNvGrpSpPr/>
          <p:nvPr/>
        </p:nvGrpSpPr>
        <p:grpSpPr>
          <a:xfrm>
            <a:off x="187975" y="4438025"/>
            <a:ext cx="137100" cy="137100"/>
            <a:chOff x="237975" y="2448650"/>
            <a:chExt cx="137100" cy="137100"/>
          </a:xfrm>
        </p:grpSpPr>
        <p:sp>
          <p:nvSpPr>
            <p:cNvPr id="221" name="Google Shape;221;p15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5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" name="Google Shape;223;p15"/>
          <p:cNvSpPr/>
          <p:nvPr/>
        </p:nvSpPr>
        <p:spPr>
          <a:xfrm>
            <a:off x="8725475" y="343947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4" name="Google Shape;224;p15"/>
          <p:cNvGrpSpPr/>
          <p:nvPr/>
        </p:nvGrpSpPr>
        <p:grpSpPr>
          <a:xfrm>
            <a:off x="8829950" y="3095300"/>
            <a:ext cx="137100" cy="137100"/>
            <a:chOff x="237975" y="2448650"/>
            <a:chExt cx="137100" cy="137100"/>
          </a:xfrm>
        </p:grpSpPr>
        <p:sp>
          <p:nvSpPr>
            <p:cNvPr id="225" name="Google Shape;225;p15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5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"/>
          <p:cNvSpPr>
            <a:spLocks noGrp="1"/>
          </p:cNvSpPr>
          <p:nvPr>
            <p:ph type="pic" idx="2"/>
          </p:nvPr>
        </p:nvSpPr>
        <p:spPr>
          <a:xfrm>
            <a:off x="713225" y="1127625"/>
            <a:ext cx="2818800" cy="3551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16"/>
          <p:cNvSpPr txBox="1">
            <a:spLocks noGrp="1"/>
          </p:cNvSpPr>
          <p:nvPr>
            <p:ph type="subTitle" idx="1"/>
          </p:nvPr>
        </p:nvSpPr>
        <p:spPr>
          <a:xfrm>
            <a:off x="3648450" y="1318300"/>
            <a:ext cx="4622100" cy="32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●"/>
              <a:defRPr sz="1100"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pic>
        <p:nvPicPr>
          <p:cNvPr id="231" name="Google Shape;2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5537" y="1017725"/>
            <a:ext cx="1328075" cy="13241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2" name="Google Shape;232;p16"/>
          <p:cNvGrpSpPr/>
          <p:nvPr/>
        </p:nvGrpSpPr>
        <p:grpSpPr>
          <a:xfrm>
            <a:off x="8590575" y="3916325"/>
            <a:ext cx="137100" cy="137100"/>
            <a:chOff x="237975" y="2448650"/>
            <a:chExt cx="137100" cy="137100"/>
          </a:xfrm>
        </p:grpSpPr>
        <p:sp>
          <p:nvSpPr>
            <p:cNvPr id="233" name="Google Shape;233;p16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6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5" name="Google Shape;235;p16"/>
          <p:cNvSpPr/>
          <p:nvPr/>
        </p:nvSpPr>
        <p:spPr>
          <a:xfrm>
            <a:off x="162150" y="10177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6"/>
          <p:cNvSpPr/>
          <p:nvPr/>
        </p:nvSpPr>
        <p:spPr>
          <a:xfrm>
            <a:off x="423475" y="23753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7" name="Google Shape;237;p16"/>
          <p:cNvGrpSpPr/>
          <p:nvPr/>
        </p:nvGrpSpPr>
        <p:grpSpPr>
          <a:xfrm>
            <a:off x="8482225" y="307925"/>
            <a:ext cx="137100" cy="137100"/>
            <a:chOff x="237975" y="2448650"/>
            <a:chExt cx="137100" cy="137100"/>
          </a:xfrm>
        </p:grpSpPr>
        <p:sp>
          <p:nvSpPr>
            <p:cNvPr id="238" name="Google Shape;238;p16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6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0" name="Google Shape;240;p16"/>
          <p:cNvSpPr/>
          <p:nvPr/>
        </p:nvSpPr>
        <p:spPr>
          <a:xfrm>
            <a:off x="8408275" y="61597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6"/>
          <p:cNvSpPr/>
          <p:nvPr/>
        </p:nvSpPr>
        <p:spPr>
          <a:xfrm>
            <a:off x="1704575" y="48546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6"/>
          <p:cNvSpPr/>
          <p:nvPr/>
        </p:nvSpPr>
        <p:spPr>
          <a:xfrm>
            <a:off x="8817525" y="41852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03299" y="3195636"/>
            <a:ext cx="1641524" cy="16445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45" name="Google Shape;24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9150" y="3604874"/>
            <a:ext cx="826049" cy="82604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46" name="Google Shape;246;p17"/>
          <p:cNvSpPr/>
          <p:nvPr/>
        </p:nvSpPr>
        <p:spPr>
          <a:xfrm>
            <a:off x="777700" y="1116450"/>
            <a:ext cx="7600500" cy="2910600"/>
          </a:xfrm>
          <a:prstGeom prst="roundRect">
            <a:avLst>
              <a:gd name="adj" fmla="val 3544"/>
            </a:avLst>
          </a:prstGeom>
          <a:solidFill>
            <a:srgbClr val="FFFFFF">
              <a:alpha val="1964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7"/>
          <p:cNvSpPr txBox="1">
            <a:spLocks noGrp="1"/>
          </p:cNvSpPr>
          <p:nvPr>
            <p:ph type="title"/>
          </p:nvPr>
        </p:nvSpPr>
        <p:spPr>
          <a:xfrm>
            <a:off x="3557400" y="3100275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48" name="Google Shape;248;p17"/>
          <p:cNvSpPr txBox="1">
            <a:spLocks noGrp="1"/>
          </p:cNvSpPr>
          <p:nvPr>
            <p:ph type="subTitle" idx="1"/>
          </p:nvPr>
        </p:nvSpPr>
        <p:spPr>
          <a:xfrm>
            <a:off x="1226400" y="1511300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49" name="Google Shape;249;p17"/>
          <p:cNvSpPr/>
          <p:nvPr/>
        </p:nvSpPr>
        <p:spPr>
          <a:xfrm>
            <a:off x="470375" y="40720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" name="Google Shape;250;p17"/>
          <p:cNvGrpSpPr/>
          <p:nvPr/>
        </p:nvGrpSpPr>
        <p:grpSpPr>
          <a:xfrm>
            <a:off x="3058950" y="4743025"/>
            <a:ext cx="137100" cy="137100"/>
            <a:chOff x="237975" y="2448650"/>
            <a:chExt cx="137100" cy="137100"/>
          </a:xfrm>
        </p:grpSpPr>
        <p:sp>
          <p:nvSpPr>
            <p:cNvPr id="251" name="Google Shape;251;p17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7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" name="Google Shape;253;p17"/>
          <p:cNvSpPr/>
          <p:nvPr/>
        </p:nvSpPr>
        <p:spPr>
          <a:xfrm>
            <a:off x="7283200" y="44309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7"/>
          <p:cNvSpPr/>
          <p:nvPr/>
        </p:nvSpPr>
        <p:spPr>
          <a:xfrm>
            <a:off x="8681425" y="33437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5" name="Google Shape;255;p17"/>
          <p:cNvGrpSpPr/>
          <p:nvPr/>
        </p:nvGrpSpPr>
        <p:grpSpPr>
          <a:xfrm>
            <a:off x="424325" y="1062325"/>
            <a:ext cx="137100" cy="137100"/>
            <a:chOff x="237975" y="2448650"/>
            <a:chExt cx="137100" cy="137100"/>
          </a:xfrm>
        </p:grpSpPr>
        <p:sp>
          <p:nvSpPr>
            <p:cNvPr id="256" name="Google Shape;256;p17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7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8" name="Google Shape;258;p17"/>
          <p:cNvSpPr/>
          <p:nvPr/>
        </p:nvSpPr>
        <p:spPr>
          <a:xfrm>
            <a:off x="6805225" y="5170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9" name="Google Shape;259;p17"/>
          <p:cNvGrpSpPr/>
          <p:nvPr/>
        </p:nvGrpSpPr>
        <p:grpSpPr>
          <a:xfrm>
            <a:off x="6568800" y="669600"/>
            <a:ext cx="137100" cy="137100"/>
            <a:chOff x="237975" y="2448650"/>
            <a:chExt cx="137100" cy="137100"/>
          </a:xfrm>
        </p:grpSpPr>
        <p:sp>
          <p:nvSpPr>
            <p:cNvPr id="260" name="Google Shape;260;p17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7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" name="Google Shape;262;p17"/>
          <p:cNvSpPr/>
          <p:nvPr/>
        </p:nvSpPr>
        <p:spPr>
          <a:xfrm>
            <a:off x="3416650" y="34037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7"/>
          <p:cNvSpPr/>
          <p:nvPr/>
        </p:nvSpPr>
        <p:spPr>
          <a:xfrm>
            <a:off x="4814900" y="8067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7"/>
          <p:cNvSpPr/>
          <p:nvPr/>
        </p:nvSpPr>
        <p:spPr>
          <a:xfrm>
            <a:off x="5128775" y="43288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7"/>
          <p:cNvSpPr/>
          <p:nvPr/>
        </p:nvSpPr>
        <p:spPr>
          <a:xfrm>
            <a:off x="3316775" y="45815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7"/>
          <p:cNvSpPr/>
          <p:nvPr/>
        </p:nvSpPr>
        <p:spPr>
          <a:xfrm>
            <a:off x="8852650" y="178917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18"/>
          <p:cNvSpPr txBox="1">
            <a:spLocks noGrp="1"/>
          </p:cNvSpPr>
          <p:nvPr>
            <p:ph type="subTitle" idx="1"/>
          </p:nvPr>
        </p:nvSpPr>
        <p:spPr>
          <a:xfrm>
            <a:off x="4651950" y="1478675"/>
            <a:ext cx="3694200" cy="30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270" name="Google Shape;270;p18"/>
          <p:cNvSpPr txBox="1">
            <a:spLocks noGrp="1"/>
          </p:cNvSpPr>
          <p:nvPr>
            <p:ph type="subTitle" idx="2"/>
          </p:nvPr>
        </p:nvSpPr>
        <p:spPr>
          <a:xfrm>
            <a:off x="797850" y="1478675"/>
            <a:ext cx="3694200" cy="30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pic>
        <p:nvPicPr>
          <p:cNvPr id="271" name="Google Shape;271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39625" y="4033350"/>
            <a:ext cx="1477850" cy="14734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72" name="Google Shape;272;p18"/>
          <p:cNvGrpSpPr/>
          <p:nvPr/>
        </p:nvGrpSpPr>
        <p:grpSpPr>
          <a:xfrm>
            <a:off x="8836325" y="1648525"/>
            <a:ext cx="137100" cy="137100"/>
            <a:chOff x="237975" y="2448650"/>
            <a:chExt cx="137100" cy="137100"/>
          </a:xfrm>
        </p:grpSpPr>
        <p:sp>
          <p:nvSpPr>
            <p:cNvPr id="273" name="Google Shape;273;p18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8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" name="Google Shape;275;p18"/>
          <p:cNvSpPr/>
          <p:nvPr/>
        </p:nvSpPr>
        <p:spPr>
          <a:xfrm>
            <a:off x="248575" y="408307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8"/>
          <p:cNvSpPr/>
          <p:nvPr/>
        </p:nvSpPr>
        <p:spPr>
          <a:xfrm>
            <a:off x="8107225" y="2259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" name="Google Shape;277;p18"/>
          <p:cNvGrpSpPr/>
          <p:nvPr/>
        </p:nvGrpSpPr>
        <p:grpSpPr>
          <a:xfrm>
            <a:off x="359425" y="3815550"/>
            <a:ext cx="137100" cy="137100"/>
            <a:chOff x="237975" y="2448650"/>
            <a:chExt cx="137100" cy="137100"/>
          </a:xfrm>
        </p:grpSpPr>
        <p:sp>
          <p:nvSpPr>
            <p:cNvPr id="278" name="Google Shape;278;p18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8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0" name="Google Shape;280;p18"/>
          <p:cNvSpPr/>
          <p:nvPr/>
        </p:nvSpPr>
        <p:spPr>
          <a:xfrm>
            <a:off x="248575" y="111297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8"/>
          <p:cNvSpPr/>
          <p:nvPr/>
        </p:nvSpPr>
        <p:spPr>
          <a:xfrm>
            <a:off x="2377350" y="2259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8"/>
          <p:cNvSpPr/>
          <p:nvPr/>
        </p:nvSpPr>
        <p:spPr>
          <a:xfrm>
            <a:off x="7739625" y="9727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55674" y="2767150"/>
            <a:ext cx="841375" cy="8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9"/>
          <p:cNvSpPr txBox="1">
            <a:spLocks noGrp="1"/>
          </p:cNvSpPr>
          <p:nvPr>
            <p:ph type="title"/>
          </p:nvPr>
        </p:nvSpPr>
        <p:spPr>
          <a:xfrm>
            <a:off x="2391750" y="705200"/>
            <a:ext cx="43605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73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9"/>
          <p:cNvSpPr txBox="1">
            <a:spLocks noGrp="1"/>
          </p:cNvSpPr>
          <p:nvPr>
            <p:ph type="subTitle" idx="1"/>
          </p:nvPr>
        </p:nvSpPr>
        <p:spPr>
          <a:xfrm>
            <a:off x="2391750" y="1763905"/>
            <a:ext cx="4360500" cy="119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19"/>
          <p:cNvSpPr/>
          <p:nvPr/>
        </p:nvSpPr>
        <p:spPr>
          <a:xfrm>
            <a:off x="312650" y="80085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576125" y="539500"/>
            <a:ext cx="137100" cy="137100"/>
            <a:chOff x="237975" y="2448650"/>
            <a:chExt cx="137100" cy="137100"/>
          </a:xfrm>
        </p:grpSpPr>
        <p:sp>
          <p:nvSpPr>
            <p:cNvPr id="289" name="Google Shape;289;p19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1" name="Google Shape;291;p19"/>
          <p:cNvSpPr/>
          <p:nvPr/>
        </p:nvSpPr>
        <p:spPr>
          <a:xfrm>
            <a:off x="7421525" y="43748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2" name="Google Shape;292;p19"/>
          <p:cNvGrpSpPr/>
          <p:nvPr/>
        </p:nvGrpSpPr>
        <p:grpSpPr>
          <a:xfrm>
            <a:off x="7574350" y="4091925"/>
            <a:ext cx="137100" cy="137100"/>
            <a:chOff x="237975" y="2448650"/>
            <a:chExt cx="137100" cy="137100"/>
          </a:xfrm>
        </p:grpSpPr>
        <p:sp>
          <p:nvSpPr>
            <p:cNvPr id="293" name="Google Shape;293;p19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5" name="Google Shape;295;p19"/>
          <p:cNvSpPr/>
          <p:nvPr/>
        </p:nvSpPr>
        <p:spPr>
          <a:xfrm>
            <a:off x="312650" y="32123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9"/>
          <p:cNvSpPr/>
          <p:nvPr/>
        </p:nvSpPr>
        <p:spPr>
          <a:xfrm rot="5400000">
            <a:off x="7118551" y="4404501"/>
            <a:ext cx="2016300" cy="2016300"/>
          </a:xfrm>
          <a:prstGeom prst="ellipse">
            <a:avLst/>
          </a:prstGeom>
          <a:gradFill>
            <a:gsLst>
              <a:gs pos="0">
                <a:schemeClr val="accent3"/>
              </a:gs>
              <a:gs pos="50000">
                <a:schemeClr val="accent4"/>
              </a:gs>
              <a:gs pos="100000">
                <a:schemeClr val="accent5"/>
              </a:gs>
            </a:gsLst>
            <a:lin ang="2698631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9"/>
          <p:cNvSpPr/>
          <p:nvPr/>
        </p:nvSpPr>
        <p:spPr>
          <a:xfrm>
            <a:off x="8749700" y="182985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8" name="Google Shape;298;p19"/>
          <p:cNvGrpSpPr/>
          <p:nvPr/>
        </p:nvGrpSpPr>
        <p:grpSpPr>
          <a:xfrm>
            <a:off x="8430775" y="754800"/>
            <a:ext cx="137100" cy="137100"/>
            <a:chOff x="237975" y="2448650"/>
            <a:chExt cx="137100" cy="137100"/>
          </a:xfrm>
        </p:grpSpPr>
        <p:sp>
          <p:nvSpPr>
            <p:cNvPr id="299" name="Google Shape;299;p19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9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1" name="Google Shape;301;p19"/>
          <p:cNvSpPr/>
          <p:nvPr/>
        </p:nvSpPr>
        <p:spPr>
          <a:xfrm>
            <a:off x="8859650" y="44198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9"/>
          <p:cNvSpPr/>
          <p:nvPr/>
        </p:nvSpPr>
        <p:spPr>
          <a:xfrm rot="5400000">
            <a:off x="-621975" y="3465225"/>
            <a:ext cx="2344500" cy="2344500"/>
          </a:xfrm>
          <a:prstGeom prst="ellipse">
            <a:avLst/>
          </a:prstGeom>
          <a:gradFill>
            <a:gsLst>
              <a:gs pos="0">
                <a:schemeClr val="accent1"/>
              </a:gs>
              <a:gs pos="18000">
                <a:schemeClr val="accent1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9"/>
          <p:cNvSpPr/>
          <p:nvPr/>
        </p:nvSpPr>
        <p:spPr>
          <a:xfrm>
            <a:off x="2025450" y="3384650"/>
            <a:ext cx="5093100" cy="630300"/>
          </a:xfrm>
          <a:prstGeom prst="roundRect">
            <a:avLst>
              <a:gd name="adj" fmla="val 10423"/>
            </a:avLst>
          </a:prstGeom>
          <a:solidFill>
            <a:srgbClr val="FFFFFF">
              <a:alpha val="1964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CREDITS: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12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03299" y="3195636"/>
            <a:ext cx="1641524" cy="16445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06" name="Google Shape;3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9150" y="3604874"/>
            <a:ext cx="826049" cy="82604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07" name="Google Shape;307;p20"/>
          <p:cNvSpPr/>
          <p:nvPr/>
        </p:nvSpPr>
        <p:spPr>
          <a:xfrm>
            <a:off x="777700" y="1116450"/>
            <a:ext cx="7600500" cy="2910600"/>
          </a:xfrm>
          <a:prstGeom prst="roundRect">
            <a:avLst>
              <a:gd name="adj" fmla="val 3544"/>
            </a:avLst>
          </a:prstGeom>
          <a:solidFill>
            <a:srgbClr val="FFFFFF">
              <a:alpha val="1964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0"/>
          <p:cNvSpPr/>
          <p:nvPr/>
        </p:nvSpPr>
        <p:spPr>
          <a:xfrm>
            <a:off x="470375" y="40720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9" name="Google Shape;309;p20"/>
          <p:cNvGrpSpPr/>
          <p:nvPr/>
        </p:nvGrpSpPr>
        <p:grpSpPr>
          <a:xfrm>
            <a:off x="3058950" y="4743025"/>
            <a:ext cx="137100" cy="137100"/>
            <a:chOff x="237975" y="2448650"/>
            <a:chExt cx="137100" cy="137100"/>
          </a:xfrm>
        </p:grpSpPr>
        <p:sp>
          <p:nvSpPr>
            <p:cNvPr id="310" name="Google Shape;310;p20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0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2" name="Google Shape;312;p20"/>
          <p:cNvSpPr/>
          <p:nvPr/>
        </p:nvSpPr>
        <p:spPr>
          <a:xfrm>
            <a:off x="7283200" y="44309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20"/>
          <p:cNvSpPr/>
          <p:nvPr/>
        </p:nvSpPr>
        <p:spPr>
          <a:xfrm>
            <a:off x="8681425" y="33437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4" name="Google Shape;314;p20"/>
          <p:cNvGrpSpPr/>
          <p:nvPr/>
        </p:nvGrpSpPr>
        <p:grpSpPr>
          <a:xfrm>
            <a:off x="424325" y="1062325"/>
            <a:ext cx="137100" cy="137100"/>
            <a:chOff x="237975" y="2448650"/>
            <a:chExt cx="137100" cy="137100"/>
          </a:xfrm>
        </p:grpSpPr>
        <p:sp>
          <p:nvSpPr>
            <p:cNvPr id="315" name="Google Shape;315;p20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0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" name="Google Shape;317;p20"/>
          <p:cNvSpPr/>
          <p:nvPr/>
        </p:nvSpPr>
        <p:spPr>
          <a:xfrm>
            <a:off x="6805225" y="5170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8" name="Google Shape;318;p20"/>
          <p:cNvGrpSpPr/>
          <p:nvPr/>
        </p:nvGrpSpPr>
        <p:grpSpPr>
          <a:xfrm>
            <a:off x="6568800" y="669600"/>
            <a:ext cx="137100" cy="137100"/>
            <a:chOff x="237975" y="2448650"/>
            <a:chExt cx="137100" cy="137100"/>
          </a:xfrm>
        </p:grpSpPr>
        <p:sp>
          <p:nvSpPr>
            <p:cNvPr id="319" name="Google Shape;319;p20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0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20"/>
          <p:cNvSpPr/>
          <p:nvPr/>
        </p:nvSpPr>
        <p:spPr>
          <a:xfrm>
            <a:off x="3416650" y="34037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0"/>
          <p:cNvSpPr/>
          <p:nvPr/>
        </p:nvSpPr>
        <p:spPr>
          <a:xfrm>
            <a:off x="4814900" y="8067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0"/>
          <p:cNvSpPr/>
          <p:nvPr/>
        </p:nvSpPr>
        <p:spPr>
          <a:xfrm>
            <a:off x="5128775" y="43288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0"/>
          <p:cNvSpPr/>
          <p:nvPr/>
        </p:nvSpPr>
        <p:spPr>
          <a:xfrm>
            <a:off x="3316775" y="45815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20"/>
          <p:cNvSpPr/>
          <p:nvPr/>
        </p:nvSpPr>
        <p:spPr>
          <a:xfrm>
            <a:off x="8852650" y="178917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3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23738" y="1304101"/>
            <a:ext cx="699875" cy="69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28" name="Google Shape;3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1563" y="142500"/>
            <a:ext cx="1079403" cy="108139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29" name="Google Shape;32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9350" y="3633551"/>
            <a:ext cx="405150" cy="4051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30" name="Google Shape;330;p21"/>
          <p:cNvSpPr/>
          <p:nvPr/>
        </p:nvSpPr>
        <p:spPr>
          <a:xfrm>
            <a:off x="622200" y="464100"/>
            <a:ext cx="7899600" cy="4215300"/>
          </a:xfrm>
          <a:prstGeom prst="roundRect">
            <a:avLst>
              <a:gd name="adj" fmla="val 3544"/>
            </a:avLst>
          </a:prstGeom>
          <a:solidFill>
            <a:srgbClr val="FFFFFF">
              <a:alpha val="1964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1"/>
          <p:cNvSpPr/>
          <p:nvPr/>
        </p:nvSpPr>
        <p:spPr>
          <a:xfrm>
            <a:off x="283075" y="29945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1"/>
          <p:cNvSpPr/>
          <p:nvPr/>
        </p:nvSpPr>
        <p:spPr>
          <a:xfrm>
            <a:off x="3918425" y="2636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1"/>
          <p:cNvSpPr/>
          <p:nvPr/>
        </p:nvSpPr>
        <p:spPr>
          <a:xfrm>
            <a:off x="8966000" y="27214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1"/>
          <p:cNvSpPr/>
          <p:nvPr/>
        </p:nvSpPr>
        <p:spPr>
          <a:xfrm>
            <a:off x="1018700" y="4855825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1"/>
          <p:cNvSpPr/>
          <p:nvPr/>
        </p:nvSpPr>
        <p:spPr>
          <a:xfrm>
            <a:off x="420300" y="3993700"/>
            <a:ext cx="45000" cy="45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6" name="Google Shape;336;p21"/>
          <p:cNvGrpSpPr/>
          <p:nvPr/>
        </p:nvGrpSpPr>
        <p:grpSpPr>
          <a:xfrm>
            <a:off x="237025" y="4613300"/>
            <a:ext cx="137100" cy="137100"/>
            <a:chOff x="237975" y="2448650"/>
            <a:chExt cx="137100" cy="137100"/>
          </a:xfrm>
        </p:grpSpPr>
        <p:sp>
          <p:nvSpPr>
            <p:cNvPr id="337" name="Google Shape;337;p21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1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9" name="Google Shape;339;p21"/>
          <p:cNvGrpSpPr/>
          <p:nvPr/>
        </p:nvGrpSpPr>
        <p:grpSpPr>
          <a:xfrm>
            <a:off x="8686675" y="3633550"/>
            <a:ext cx="137100" cy="137100"/>
            <a:chOff x="237975" y="2448650"/>
            <a:chExt cx="137100" cy="137100"/>
          </a:xfrm>
        </p:grpSpPr>
        <p:sp>
          <p:nvSpPr>
            <p:cNvPr id="340" name="Google Shape;340;p21"/>
            <p:cNvSpPr/>
            <p:nvPr/>
          </p:nvSpPr>
          <p:spPr>
            <a:xfrm>
              <a:off x="287400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1"/>
            <p:cNvSpPr/>
            <p:nvPr/>
          </p:nvSpPr>
          <p:spPr>
            <a:xfrm rot="5400000">
              <a:off x="287475" y="2448650"/>
              <a:ext cx="38100" cy="1371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2" name="Google Shape;342;p21"/>
          <p:cNvSpPr/>
          <p:nvPr/>
        </p:nvSpPr>
        <p:spPr>
          <a:xfrm>
            <a:off x="7044500" y="3721100"/>
            <a:ext cx="1921500" cy="1921500"/>
          </a:xfrm>
          <a:prstGeom prst="ellipse">
            <a:avLst/>
          </a:prstGeom>
          <a:gradFill>
            <a:gsLst>
              <a:gs pos="0">
                <a:schemeClr val="accent3"/>
              </a:gs>
              <a:gs pos="50000">
                <a:schemeClr val="accent4"/>
              </a:gs>
              <a:gs pos="100000">
                <a:schemeClr val="accent5"/>
              </a:gs>
            </a:gsLst>
            <a:lin ang="2700006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1"/>
          <p:cNvSpPr/>
          <p:nvPr/>
        </p:nvSpPr>
        <p:spPr>
          <a:xfrm rot="-8999666">
            <a:off x="8093642" y="292785"/>
            <a:ext cx="1938274" cy="1938274"/>
          </a:xfrm>
          <a:prstGeom prst="ellipse">
            <a:avLst/>
          </a:prstGeom>
          <a:gradFill>
            <a:gsLst>
              <a:gs pos="0">
                <a:schemeClr val="accent1"/>
              </a:gs>
              <a:gs pos="18000">
                <a:schemeClr val="accent1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21"/>
          <p:cNvSpPr/>
          <p:nvPr/>
        </p:nvSpPr>
        <p:spPr>
          <a:xfrm>
            <a:off x="-244975" y="1518513"/>
            <a:ext cx="1263900" cy="1263900"/>
          </a:xfrm>
          <a:prstGeom prst="ellipse">
            <a:avLst/>
          </a:prstGeom>
          <a:gradFill>
            <a:gsLst>
              <a:gs pos="0">
                <a:schemeClr val="accent1"/>
              </a:gs>
              <a:gs pos="18000">
                <a:schemeClr val="accent1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1"/>
          <p:cNvSpPr/>
          <p:nvPr/>
        </p:nvSpPr>
        <p:spPr>
          <a:xfrm>
            <a:off x="6365925" y="-560825"/>
            <a:ext cx="1615500" cy="1615500"/>
          </a:xfrm>
          <a:prstGeom prst="ellipse">
            <a:avLst/>
          </a:prstGeom>
          <a:gradFill>
            <a:gsLst>
              <a:gs pos="0">
                <a:schemeClr val="accent5"/>
              </a:gs>
              <a:gs pos="28000">
                <a:schemeClr val="accent5"/>
              </a:gs>
              <a:gs pos="100000">
                <a:schemeClr val="accent6"/>
              </a:gs>
            </a:gsLst>
            <a:lin ang="2700006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1"/>
          <p:cNvSpPr/>
          <p:nvPr/>
        </p:nvSpPr>
        <p:spPr>
          <a:xfrm>
            <a:off x="1408775" y="-1286875"/>
            <a:ext cx="1921500" cy="1921500"/>
          </a:xfrm>
          <a:prstGeom prst="ellipse">
            <a:avLst/>
          </a:prstGeom>
          <a:gradFill>
            <a:gsLst>
              <a:gs pos="0">
                <a:schemeClr val="accent3"/>
              </a:gs>
              <a:gs pos="50000">
                <a:schemeClr val="accent4"/>
              </a:gs>
              <a:gs pos="100000">
                <a:schemeClr val="accent5"/>
              </a:gs>
            </a:gsLst>
            <a:lin ang="2700006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1"/>
          <p:cNvSpPr/>
          <p:nvPr/>
        </p:nvSpPr>
        <p:spPr>
          <a:xfrm>
            <a:off x="7593600" y="-467900"/>
            <a:ext cx="1193700" cy="1193700"/>
          </a:xfrm>
          <a:prstGeom prst="ellipse">
            <a:avLst/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1"/>
          <p:cNvSpPr/>
          <p:nvPr/>
        </p:nvSpPr>
        <p:spPr>
          <a:xfrm>
            <a:off x="2288650" y="4604000"/>
            <a:ext cx="1257300" cy="1257300"/>
          </a:xfrm>
          <a:prstGeom prst="ellipse">
            <a:avLst/>
          </a:prstGeom>
          <a:gradFill>
            <a:gsLst>
              <a:gs pos="0">
                <a:schemeClr val="accent5"/>
              </a:gs>
              <a:gs pos="28000">
                <a:schemeClr val="accent5"/>
              </a:gs>
              <a:gs pos="100000">
                <a:schemeClr val="accent6"/>
              </a:gs>
            </a:gsLst>
            <a:lin ang="2700006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2"/>
            </a:gs>
            <a:gs pos="50000">
              <a:schemeClr val="lt1"/>
            </a:gs>
            <a:gs pos="100000">
              <a:schemeClr val="lt2"/>
            </a:gs>
          </a:gsLst>
          <a:lin ang="18900044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it"/>
              <a:buNone/>
              <a:defRPr sz="35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2"/>
          <p:cNvSpPr txBox="1">
            <a:spLocks noGrp="1"/>
          </p:cNvSpPr>
          <p:nvPr>
            <p:ph type="ctrTitle"/>
          </p:nvPr>
        </p:nvSpPr>
        <p:spPr>
          <a:xfrm>
            <a:off x="1050575" y="1142600"/>
            <a:ext cx="7380300" cy="232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Quantum-Enhanced AI: Comparing Machine Learning Performance on Quantum and Classical Systems</a:t>
            </a:r>
            <a:endParaRPr sz="3900"/>
          </a:p>
        </p:txBody>
      </p:sp>
      <p:sp>
        <p:nvSpPr>
          <p:cNvPr id="354" name="Google Shape;354;p22"/>
          <p:cNvSpPr txBox="1">
            <a:spLocks noGrp="1"/>
          </p:cNvSpPr>
          <p:nvPr>
            <p:ph type="subTitle" idx="1"/>
          </p:nvPr>
        </p:nvSpPr>
        <p:spPr>
          <a:xfrm>
            <a:off x="1050575" y="3468581"/>
            <a:ext cx="4159500" cy="44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Kimberly McNeil, Muhlenberg College ‘26</a:t>
            </a:r>
            <a:endParaRPr/>
          </a:p>
        </p:txBody>
      </p:sp>
      <p:sp>
        <p:nvSpPr>
          <p:cNvPr id="355" name="Google Shape;355;p22"/>
          <p:cNvSpPr txBox="1">
            <a:spLocks noGrp="1"/>
          </p:cNvSpPr>
          <p:nvPr>
            <p:ph type="subTitle" idx="1"/>
          </p:nvPr>
        </p:nvSpPr>
        <p:spPr>
          <a:xfrm>
            <a:off x="1040666" y="3806738"/>
            <a:ext cx="4881000" cy="44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Advisor: Dr. Youngsun Jang, Muhlenberg College</a:t>
            </a:r>
            <a:endParaRPr/>
          </a:p>
        </p:txBody>
      </p:sp>
      <p:sp>
        <p:nvSpPr>
          <p:cNvPr id="356" name="Google Shape;356;p22"/>
          <p:cNvSpPr txBox="1">
            <a:spLocks noGrp="1"/>
          </p:cNvSpPr>
          <p:nvPr>
            <p:ph type="subTitle" idx="1"/>
          </p:nvPr>
        </p:nvSpPr>
        <p:spPr>
          <a:xfrm>
            <a:off x="1050575" y="4167500"/>
            <a:ext cx="6938400" cy="44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Funded by: : The Ladley Endowed Student Research Fellowship Fund</a:t>
            </a:r>
            <a:endParaRPr/>
          </a:p>
        </p:txBody>
      </p:sp>
      <p:pic>
        <p:nvPicPr>
          <p:cNvPr id="357" name="Google Shape;357;p22" title="muhl_ver_muhl-only_201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4399" y="534427"/>
            <a:ext cx="1224126" cy="115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Little About Me~~</a:t>
            </a:r>
            <a:endParaRPr/>
          </a:p>
        </p:txBody>
      </p:sp>
      <p:sp>
        <p:nvSpPr>
          <p:cNvPr id="363" name="Google Shape;363;p23"/>
          <p:cNvSpPr txBox="1">
            <a:spLocks noGrp="1"/>
          </p:cNvSpPr>
          <p:nvPr>
            <p:ph type="body" idx="4294967295"/>
          </p:nvPr>
        </p:nvSpPr>
        <p:spPr>
          <a:xfrm>
            <a:off x="713250" y="1271025"/>
            <a:ext cx="7717500" cy="3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Comp Sci Undergrad at Muhlenberg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Areas of Interest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Machine Learning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Data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Extra, non-STEM, Fun Passions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Activities Council President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Loves to Read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Kirby Game Lore Fanatic</a:t>
            </a:r>
            <a:endParaRPr sz="1800"/>
          </a:p>
        </p:txBody>
      </p:sp>
      <p:pic>
        <p:nvPicPr>
          <p:cNvPr id="364" name="Google Shape;364;p23" title="Image_20250820_204047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7399" y="3147825"/>
            <a:ext cx="1299026" cy="173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3" title="Image_20250906_211537_612.jpeg"/>
          <p:cNvPicPr preferRelativeResize="0"/>
          <p:nvPr/>
        </p:nvPicPr>
        <p:blipFill rotWithShape="1">
          <a:blip r:embed="rId4">
            <a:alphaModFix/>
          </a:blip>
          <a:srcRect t="11574" r="11574"/>
          <a:stretch/>
        </p:blipFill>
        <p:spPr>
          <a:xfrm>
            <a:off x="5398425" y="873675"/>
            <a:ext cx="2946877" cy="221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4"/>
          <p:cNvSpPr txBox="1">
            <a:spLocks noGrp="1"/>
          </p:cNvSpPr>
          <p:nvPr>
            <p:ph type="subTitle" idx="1"/>
          </p:nvPr>
        </p:nvSpPr>
        <p:spPr>
          <a:xfrm>
            <a:off x="1065000" y="1487575"/>
            <a:ext cx="7014000" cy="20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Machine Learning (ML) uses a lot of complex math. Quantum Computing (QC) is quick at solving complex math. How can QC enhance ML? Let’s compare Classical to Quantum!</a:t>
            </a:r>
            <a:endParaRPr sz="2800"/>
          </a:p>
        </p:txBody>
      </p:sp>
      <p:sp>
        <p:nvSpPr>
          <p:cNvPr id="371" name="Google Shape;371;p24"/>
          <p:cNvSpPr txBox="1">
            <a:spLocks noGrp="1"/>
          </p:cNvSpPr>
          <p:nvPr>
            <p:ph type="title"/>
          </p:nvPr>
        </p:nvSpPr>
        <p:spPr>
          <a:xfrm>
            <a:off x="720000" y="47542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Research Question</a:t>
            </a:r>
            <a:endParaRPr sz="3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Quantum Computing Basics</a:t>
            </a:r>
            <a:endParaRPr/>
          </a:p>
        </p:txBody>
      </p:sp>
      <p:sp>
        <p:nvSpPr>
          <p:cNvPr id="377" name="Google Shape;377;p25"/>
          <p:cNvSpPr txBox="1">
            <a:spLocks noGrp="1"/>
          </p:cNvSpPr>
          <p:nvPr>
            <p:ph type="body" idx="4294967295"/>
          </p:nvPr>
        </p:nvSpPr>
        <p:spPr>
          <a:xfrm>
            <a:off x="713250" y="1271025"/>
            <a:ext cx="7717500" cy="3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Classical Computers use bits (0’s and 1’s).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Quantum Computers use qubits.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Can be |0⟩, |1⟩, or both at once (superposition). 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Measures (collapses) as either 0 or 1 using </a:t>
            </a:r>
            <a:endParaRPr sz="18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probability.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Each feature in our model will be 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represented by a qubit!</a:t>
            </a:r>
            <a:endParaRPr sz="1800"/>
          </a:p>
        </p:txBody>
      </p:sp>
      <p:pic>
        <p:nvPicPr>
          <p:cNvPr id="378" name="Google Shape;378;p25" title="Figure-1-Classical-Bit-Vs-Qub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9400" y="2827100"/>
            <a:ext cx="3055825" cy="167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5" title="images.png"/>
          <p:cNvPicPr preferRelativeResize="0"/>
          <p:nvPr/>
        </p:nvPicPr>
        <p:blipFill rotWithShape="1">
          <a:blip r:embed="rId4">
            <a:alphaModFix/>
          </a:blip>
          <a:srcRect b="53900"/>
          <a:stretch/>
        </p:blipFill>
        <p:spPr>
          <a:xfrm>
            <a:off x="6784513" y="1352450"/>
            <a:ext cx="1525125" cy="109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Dataset</a:t>
            </a:r>
            <a:endParaRPr/>
          </a:p>
        </p:txBody>
      </p:sp>
      <p:sp>
        <p:nvSpPr>
          <p:cNvPr id="385" name="Google Shape;385;p26"/>
          <p:cNvSpPr txBox="1">
            <a:spLocks noGrp="1"/>
          </p:cNvSpPr>
          <p:nvPr>
            <p:ph type="subTitle" idx="1"/>
          </p:nvPr>
        </p:nvSpPr>
        <p:spPr>
          <a:xfrm>
            <a:off x="723600" y="1275950"/>
            <a:ext cx="3907500" cy="30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Make_moons dataset from Scikit-learn.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Generates two types of "moons" (points) on a 2D plane.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100 samples with 0.1 noise.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Scaled and split into 80% train and 20% test</a:t>
            </a:r>
            <a:endParaRPr sz="1800"/>
          </a:p>
        </p:txBody>
      </p:sp>
      <p:pic>
        <p:nvPicPr>
          <p:cNvPr id="386" name="Google Shape;386;p26" descr="A group of graphs showing different sizes of graph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1053" t="45520" r="51478" b="2276"/>
          <a:stretch/>
        </p:blipFill>
        <p:spPr>
          <a:xfrm>
            <a:off x="5262471" y="1275947"/>
            <a:ext cx="3387249" cy="328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Models</a:t>
            </a:r>
            <a:endParaRPr/>
          </a:p>
        </p:txBody>
      </p:sp>
      <p:sp>
        <p:nvSpPr>
          <p:cNvPr id="392" name="Google Shape;392;p27"/>
          <p:cNvSpPr txBox="1">
            <a:spLocks noGrp="1"/>
          </p:cNvSpPr>
          <p:nvPr>
            <p:ph type="subTitle" idx="3"/>
          </p:nvPr>
        </p:nvSpPr>
        <p:spPr>
          <a:xfrm>
            <a:off x="4755225" y="1292175"/>
            <a:ext cx="3680400" cy="122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Quantum-Classical Hybrid: Variational Quantum Classifier (VQC) </a:t>
            </a:r>
            <a:endParaRPr sz="2200" dirty="0"/>
          </a:p>
        </p:txBody>
      </p:sp>
      <p:sp>
        <p:nvSpPr>
          <p:cNvPr id="393" name="Google Shape;393;p27"/>
          <p:cNvSpPr txBox="1">
            <a:spLocks noGrp="1"/>
          </p:cNvSpPr>
          <p:nvPr>
            <p:ph type="subTitle" idx="4"/>
          </p:nvPr>
        </p:nvSpPr>
        <p:spPr>
          <a:xfrm>
            <a:off x="907125" y="1474051"/>
            <a:ext cx="3282900" cy="8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Classical: Support Vector Classifier (SVC)</a:t>
            </a:r>
            <a:endParaRPr sz="2200" dirty="0"/>
          </a:p>
        </p:txBody>
      </p:sp>
      <p:pic>
        <p:nvPicPr>
          <p:cNvPr id="394" name="Google Shape;39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238" y="2438075"/>
            <a:ext cx="3547026" cy="199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5275" y="2521275"/>
            <a:ext cx="3547776" cy="19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8" descr="A diagram of a quantum circuit with two repetitions of the feature map and one repetition of the Ansatz. "/>
          <p:cNvPicPr preferRelativeResize="0"/>
          <p:nvPr/>
        </p:nvPicPr>
        <p:blipFill rotWithShape="1">
          <a:blip r:embed="rId3">
            <a:alphaModFix/>
          </a:blip>
          <a:srcRect l="3120" t="13270" r="-29" b="9711"/>
          <a:stretch/>
        </p:blipFill>
        <p:spPr>
          <a:xfrm>
            <a:off x="770775" y="1366058"/>
            <a:ext cx="7427474" cy="78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8" descr="A graph with a line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45400" y="2540133"/>
            <a:ext cx="3370675" cy="245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8"/>
          <p:cNvSpPr/>
          <p:nvPr/>
        </p:nvSpPr>
        <p:spPr>
          <a:xfrm>
            <a:off x="1110900" y="1305708"/>
            <a:ext cx="5706300" cy="919200"/>
          </a:xfrm>
          <a:prstGeom prst="roundRect">
            <a:avLst>
              <a:gd name="adj" fmla="val 16667"/>
            </a:avLst>
          </a:prstGeom>
          <a:noFill/>
          <a:ln w="76200" cap="flat" cmpd="sng">
            <a:solidFill>
              <a:srgbClr val="81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1DED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03" name="Google Shape;403;p28"/>
          <p:cNvSpPr/>
          <p:nvPr/>
        </p:nvSpPr>
        <p:spPr>
          <a:xfrm>
            <a:off x="6817200" y="1305708"/>
            <a:ext cx="1346700" cy="919200"/>
          </a:xfrm>
          <a:prstGeom prst="roundRect">
            <a:avLst>
              <a:gd name="adj" fmla="val 16667"/>
            </a:avLst>
          </a:prstGeom>
          <a:noFill/>
          <a:ln w="76200" cap="flat" cmpd="sng">
            <a:solidFill>
              <a:srgbClr val="81D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1DED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04" name="Google Shape;404;p28"/>
          <p:cNvSpPr txBox="1"/>
          <p:nvPr/>
        </p:nvSpPr>
        <p:spPr>
          <a:xfrm>
            <a:off x="3117143" y="867099"/>
            <a:ext cx="16179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82">
                <a:solidFill>
                  <a:srgbClr val="81DED8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1. Feature Map</a:t>
            </a:r>
            <a:endParaRPr sz="1582">
              <a:solidFill>
                <a:srgbClr val="81DED8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405" name="Google Shape;405;p28"/>
          <p:cNvSpPr txBox="1"/>
          <p:nvPr/>
        </p:nvSpPr>
        <p:spPr>
          <a:xfrm>
            <a:off x="6638299" y="867099"/>
            <a:ext cx="17349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82">
                <a:solidFill>
                  <a:srgbClr val="81DED8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2. Ansatz</a:t>
            </a:r>
            <a:endParaRPr sz="1582">
              <a:solidFill>
                <a:srgbClr val="81DED8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406" name="Google Shape;406;p28"/>
          <p:cNvSpPr txBox="1"/>
          <p:nvPr/>
        </p:nvSpPr>
        <p:spPr>
          <a:xfrm>
            <a:off x="1852938" y="3040695"/>
            <a:ext cx="17943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82">
                <a:solidFill>
                  <a:srgbClr val="81DED8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3. Cost Function</a:t>
            </a:r>
            <a:endParaRPr sz="1582">
              <a:solidFill>
                <a:srgbClr val="81DED8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82">
                <a:solidFill>
                  <a:srgbClr val="81DED8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&amp;</a:t>
            </a:r>
            <a:endParaRPr sz="1582">
              <a:solidFill>
                <a:srgbClr val="81DED8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82">
                <a:solidFill>
                  <a:srgbClr val="81DED8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4. Optimization Loop</a:t>
            </a:r>
            <a:endParaRPr sz="1582">
              <a:solidFill>
                <a:srgbClr val="81DED8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407" name="Google Shape;407;p28"/>
          <p:cNvSpPr txBox="1"/>
          <p:nvPr/>
        </p:nvSpPr>
        <p:spPr>
          <a:xfrm>
            <a:off x="5092263" y="2990120"/>
            <a:ext cx="17943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82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Approaching Convergence, but there is more the optimizer is checking for that we can't really see!</a:t>
            </a:r>
            <a:endParaRPr sz="1282"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408" name="Google Shape;408;p28"/>
          <p:cNvCxnSpPr/>
          <p:nvPr/>
        </p:nvCxnSpPr>
        <p:spPr>
          <a:xfrm flipH="1">
            <a:off x="5502913" y="4028883"/>
            <a:ext cx="264000" cy="392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9" name="Google Shape;409;p28"/>
          <p:cNvSpPr txBox="1">
            <a:spLocks noGrp="1"/>
          </p:cNvSpPr>
          <p:nvPr>
            <p:ph type="title"/>
          </p:nvPr>
        </p:nvSpPr>
        <p:spPr>
          <a:xfrm>
            <a:off x="720000" y="234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/>
              <a:t>Variational Algorithm Design</a:t>
            </a:r>
            <a:endParaRPr sz="35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415" name="Google Shape;41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688" y="1530775"/>
            <a:ext cx="7510625" cy="878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9" descr="A diagram of a number of dot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6635" y="3256025"/>
            <a:ext cx="1873264" cy="122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descr="A graph with blue dots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55375" y="3255605"/>
            <a:ext cx="1804900" cy="1233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29" descr="A diagram of a number of dots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64881" y="3250511"/>
            <a:ext cx="1739000" cy="12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29" descr="A diagram of a number of dots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6750" y="3250925"/>
            <a:ext cx="1660625" cy="12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9"/>
          <p:cNvSpPr txBox="1"/>
          <p:nvPr/>
        </p:nvSpPr>
        <p:spPr>
          <a:xfrm>
            <a:off x="1908868" y="2767791"/>
            <a:ext cx="16179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82">
                <a:solidFill>
                  <a:srgbClr val="81DED8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SVC</a:t>
            </a:r>
            <a:endParaRPr sz="1582">
              <a:solidFill>
                <a:srgbClr val="81DED8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82">
                <a:solidFill>
                  <a:srgbClr val="81DED8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Train / Test</a:t>
            </a:r>
            <a:endParaRPr sz="1582">
              <a:solidFill>
                <a:srgbClr val="81DED8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421" name="Google Shape;421;p29"/>
          <p:cNvSpPr txBox="1"/>
          <p:nvPr/>
        </p:nvSpPr>
        <p:spPr>
          <a:xfrm>
            <a:off x="5747818" y="2767791"/>
            <a:ext cx="16179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82">
                <a:solidFill>
                  <a:srgbClr val="81DED8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VQC</a:t>
            </a:r>
            <a:endParaRPr sz="1582">
              <a:solidFill>
                <a:srgbClr val="81DED8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82">
                <a:solidFill>
                  <a:srgbClr val="81DED8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Train / Test</a:t>
            </a:r>
            <a:endParaRPr sz="1582">
              <a:solidFill>
                <a:srgbClr val="81DED8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Quantum Advantage</a:t>
            </a:r>
            <a:endParaRPr/>
          </a:p>
        </p:txBody>
      </p:sp>
      <p:pic>
        <p:nvPicPr>
          <p:cNvPr id="427" name="Google Shape;427;p30" title="6576ea12b147dd38e0badc05_Achieving-Practical-Quantum-Advanta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5613" y="1353321"/>
            <a:ext cx="6072774" cy="3178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1"/>
          <p:cNvSpPr txBox="1">
            <a:spLocks noGrp="1"/>
          </p:cNvSpPr>
          <p:nvPr>
            <p:ph type="title" idx="4294967295"/>
          </p:nvPr>
        </p:nvSpPr>
        <p:spPr>
          <a:xfrm rot="-668777">
            <a:off x="756280" y="718791"/>
            <a:ext cx="3831576" cy="14404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/>
              <a:t>Thank You for Listening!</a:t>
            </a:r>
            <a:endParaRPr sz="4400" b="1"/>
          </a:p>
        </p:txBody>
      </p:sp>
      <p:sp>
        <p:nvSpPr>
          <p:cNvPr id="433" name="Google Shape;433;p31"/>
          <p:cNvSpPr txBox="1">
            <a:spLocks noGrp="1"/>
          </p:cNvSpPr>
          <p:nvPr>
            <p:ph type="title" idx="4294967295"/>
          </p:nvPr>
        </p:nvSpPr>
        <p:spPr>
          <a:xfrm rot="310764">
            <a:off x="4398404" y="1207950"/>
            <a:ext cx="3831645" cy="9901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Also, thank you, </a:t>
            </a:r>
            <a:r>
              <a:rPr lang="en" sz="2200" b="1"/>
              <a:t>WISDOM</a:t>
            </a:r>
            <a:r>
              <a:rPr lang="en" sz="2200"/>
              <a:t>, for this amazing opportunity!</a:t>
            </a:r>
            <a:endParaRPr sz="2200"/>
          </a:p>
        </p:txBody>
      </p:sp>
      <p:sp>
        <p:nvSpPr>
          <p:cNvPr id="434" name="Google Shape;434;p31"/>
          <p:cNvSpPr txBox="1">
            <a:spLocks noGrp="1"/>
          </p:cNvSpPr>
          <p:nvPr>
            <p:ph type="title" idx="4294967295"/>
          </p:nvPr>
        </p:nvSpPr>
        <p:spPr>
          <a:xfrm rot="-319">
            <a:off x="2956200" y="2511799"/>
            <a:ext cx="3231600" cy="14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Any Questions?</a:t>
            </a:r>
            <a:endParaRPr sz="4000"/>
          </a:p>
        </p:txBody>
      </p:sp>
      <p:pic>
        <p:nvPicPr>
          <p:cNvPr id="435" name="Google Shape;435;p31" title="muhl_ver_muhl-only_201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0721" y="3888101"/>
            <a:ext cx="822550" cy="77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Screenshot 2025-10-29 114937.png"/>
          <p:cNvPicPr preferRelativeResize="0"/>
          <p:nvPr/>
        </p:nvPicPr>
        <p:blipFill rotWithShape="1">
          <a:blip r:embed="rId4">
            <a:alphaModFix/>
          </a:blip>
          <a:srcRect b="23518"/>
          <a:stretch/>
        </p:blipFill>
        <p:spPr>
          <a:xfrm>
            <a:off x="6587825" y="2392725"/>
            <a:ext cx="1762700" cy="167872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1"/>
          <p:cNvSpPr/>
          <p:nvPr/>
        </p:nvSpPr>
        <p:spPr>
          <a:xfrm>
            <a:off x="946450" y="4079575"/>
            <a:ext cx="1695300" cy="391500"/>
          </a:xfrm>
          <a:prstGeom prst="rect">
            <a:avLst/>
          </a:prstGeom>
          <a:solidFill>
            <a:srgbClr val="191919"/>
          </a:solidFill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Connect with me on LinkedIn!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38" name="Google Shape;438;p31"/>
          <p:cNvSpPr/>
          <p:nvPr/>
        </p:nvSpPr>
        <p:spPr>
          <a:xfrm>
            <a:off x="6587775" y="4054375"/>
            <a:ext cx="1762800" cy="441900"/>
          </a:xfrm>
          <a:prstGeom prst="rect">
            <a:avLst/>
          </a:prstGeom>
          <a:solidFill>
            <a:srgbClr val="191919"/>
          </a:solidFill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See My Full Work on Github!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439" name="Google Shape;43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6397" y="2392724"/>
            <a:ext cx="1695427" cy="167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asic Template: Glassmorphism Style for Business by Slidesgo">
  <a:themeElements>
    <a:clrScheme name="Simple Light">
      <a:dk1>
        <a:srgbClr val="FFFFFF"/>
      </a:dk1>
      <a:lt1>
        <a:srgbClr val="1B1043"/>
      </a:lt1>
      <a:dk2>
        <a:srgbClr val="604293"/>
      </a:dk2>
      <a:lt2>
        <a:srgbClr val="002A73"/>
      </a:lt2>
      <a:accent1>
        <a:srgbClr val="376AFF"/>
      </a:accent1>
      <a:accent2>
        <a:srgbClr val="90FFE7"/>
      </a:accent2>
      <a:accent3>
        <a:srgbClr val="7818ED"/>
      </a:accent3>
      <a:accent4>
        <a:srgbClr val="F84B76"/>
      </a:accent4>
      <a:accent5>
        <a:srgbClr val="FFCC32"/>
      </a:accent5>
      <a:accent6>
        <a:srgbClr val="59FFB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Basic Template: Glassmorphism Style for Business by Slidesgo</vt:lpstr>
      <vt:lpstr>Quantum-Enhanced AI: Comparing Machine Learning Performance on Quantum and Classical Systems</vt:lpstr>
      <vt:lpstr>A Little About Me~~</vt:lpstr>
      <vt:lpstr>Research Question</vt:lpstr>
      <vt:lpstr>Quantum Computing Basics</vt:lpstr>
      <vt:lpstr>Our Dataset</vt:lpstr>
      <vt:lpstr>Our Models</vt:lpstr>
      <vt:lpstr>Variational Algorithm Design</vt:lpstr>
      <vt:lpstr>Results</vt:lpstr>
      <vt:lpstr>Quantum Advantage</vt:lpstr>
      <vt:lpstr>Thank You for Listening!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modified xsi:type="dcterms:W3CDTF">2025-10-29T16:01:21Z</dcterms:modified>
</cp:coreProperties>
</file>